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5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19729-31E7-48E5-9D5F-B4301B1F96A3}" v="13" dt="2026-04-20T01:25:42.7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5" autoAdjust="0"/>
    <p:restoredTop sz="95856"/>
  </p:normalViewPr>
  <p:slideViewPr>
    <p:cSldViewPr snapToGrid="0">
      <p:cViewPr>
        <p:scale>
          <a:sx n="77" d="100"/>
          <a:sy n="77" d="100"/>
        </p:scale>
        <p:origin x="1744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昇吾 梶原" userId="f2784a09baf7c976" providerId="LiveId" clId="{D183125D-04E6-4784-9935-775FA48BD2B3}"/>
    <pc:docChg chg="custSel addSld delSld modSld">
      <pc:chgData name="昇吾 梶原" userId="f2784a09baf7c976" providerId="LiveId" clId="{D183125D-04E6-4784-9935-775FA48BD2B3}" dt="2026-04-20T01:25:42.733" v="245"/>
      <pc:docMkLst>
        <pc:docMk/>
      </pc:docMkLst>
      <pc:sldChg chg="addSp delSp modSp new mod">
        <pc:chgData name="昇吾 梶原" userId="f2784a09baf7c976" providerId="LiveId" clId="{D183125D-04E6-4784-9935-775FA48BD2B3}" dt="2026-04-18T04:26:23.510" v="55" actId="20577"/>
        <pc:sldMkLst>
          <pc:docMk/>
          <pc:sldMk cId="2172895516" sldId="259"/>
        </pc:sldMkLst>
        <pc:spChg chg="add mod">
          <ac:chgData name="昇吾 梶原" userId="f2784a09baf7c976" providerId="LiveId" clId="{D183125D-04E6-4784-9935-775FA48BD2B3}" dt="2026-04-18T04:26:23.510" v="55" actId="20577"/>
          <ac:spMkLst>
            <pc:docMk/>
            <pc:sldMk cId="2172895516" sldId="259"/>
            <ac:spMk id="6" creationId="{F49A0637-0416-203E-A91C-5FEBBE01C4F2}"/>
          </ac:spMkLst>
        </pc:spChg>
      </pc:sldChg>
      <pc:sldChg chg="addSp delSp modSp new mod">
        <pc:chgData name="昇吾 梶原" userId="f2784a09baf7c976" providerId="LiveId" clId="{D183125D-04E6-4784-9935-775FA48BD2B3}" dt="2026-04-18T04:27:20.341" v="85"/>
        <pc:sldMkLst>
          <pc:docMk/>
          <pc:sldMk cId="3275847943" sldId="260"/>
        </pc:sldMkLst>
        <pc:spChg chg="add mod">
          <ac:chgData name="昇吾 梶原" userId="f2784a09baf7c976" providerId="LiveId" clId="{D183125D-04E6-4784-9935-775FA48BD2B3}" dt="2026-04-18T04:27:20.341" v="85"/>
          <ac:spMkLst>
            <pc:docMk/>
            <pc:sldMk cId="3275847943" sldId="260"/>
            <ac:spMk id="4" creationId="{E7D2A893-AB21-95D8-497E-FB3A73E51F74}"/>
          </ac:spMkLst>
        </pc:spChg>
      </pc:sldChg>
      <pc:sldChg chg="addSp delSp modSp new mod">
        <pc:chgData name="昇吾 梶原" userId="f2784a09baf7c976" providerId="LiveId" clId="{D183125D-04E6-4784-9935-775FA48BD2B3}" dt="2026-04-18T04:53:00.586" v="114" actId="20577"/>
        <pc:sldMkLst>
          <pc:docMk/>
          <pc:sldMk cId="1872638654" sldId="261"/>
        </pc:sldMkLst>
        <pc:spChg chg="add mod">
          <ac:chgData name="昇吾 梶原" userId="f2784a09baf7c976" providerId="LiveId" clId="{D183125D-04E6-4784-9935-775FA48BD2B3}" dt="2026-04-18T04:53:00.586" v="114" actId="20577"/>
          <ac:spMkLst>
            <pc:docMk/>
            <pc:sldMk cId="1872638654" sldId="261"/>
            <ac:spMk id="4" creationId="{B1378706-22F5-04F3-83D4-F108D6FB823E}"/>
          </ac:spMkLst>
        </pc:spChg>
      </pc:sldChg>
      <pc:sldChg chg="addSp delSp modSp new mod">
        <pc:chgData name="昇吾 梶原" userId="f2784a09baf7c976" providerId="LiveId" clId="{D183125D-04E6-4784-9935-775FA48BD2B3}" dt="2026-04-18T04:57:32.129" v="128" actId="1076"/>
        <pc:sldMkLst>
          <pc:docMk/>
          <pc:sldMk cId="803329451" sldId="262"/>
        </pc:sldMkLst>
        <pc:spChg chg="add mod">
          <ac:chgData name="昇吾 梶原" userId="f2784a09baf7c976" providerId="LiveId" clId="{D183125D-04E6-4784-9935-775FA48BD2B3}" dt="2026-04-18T04:57:32.129" v="128" actId="1076"/>
          <ac:spMkLst>
            <pc:docMk/>
            <pc:sldMk cId="803329451" sldId="262"/>
            <ac:spMk id="4" creationId="{D0FC4CAA-C0D6-FF9F-620B-1F3F6452B61A}"/>
          </ac:spMkLst>
        </pc:spChg>
      </pc:sldChg>
      <pc:sldChg chg="addSp delSp modSp new mod">
        <pc:chgData name="昇吾 梶原" userId="f2784a09baf7c976" providerId="LiveId" clId="{D183125D-04E6-4784-9935-775FA48BD2B3}" dt="2026-04-20T01:20:34.099" v="189" actId="20577"/>
        <pc:sldMkLst>
          <pc:docMk/>
          <pc:sldMk cId="1985765474" sldId="263"/>
        </pc:sldMkLst>
        <pc:spChg chg="del">
          <ac:chgData name="昇吾 梶原" userId="f2784a09baf7c976" providerId="LiveId" clId="{D183125D-04E6-4784-9935-775FA48BD2B3}" dt="2026-04-20T01:17:22.981" v="130" actId="478"/>
          <ac:spMkLst>
            <pc:docMk/>
            <pc:sldMk cId="1985765474" sldId="263"/>
            <ac:spMk id="2" creationId="{DC3BE81D-EB41-18CF-DCFE-37F5873CEDF7}"/>
          </ac:spMkLst>
        </pc:spChg>
        <pc:spChg chg="del">
          <ac:chgData name="昇吾 梶原" userId="f2784a09baf7c976" providerId="LiveId" clId="{D183125D-04E6-4784-9935-775FA48BD2B3}" dt="2026-04-20T01:17:24.946" v="131" actId="478"/>
          <ac:spMkLst>
            <pc:docMk/>
            <pc:sldMk cId="1985765474" sldId="263"/>
            <ac:spMk id="3" creationId="{61D95AED-16B2-6DD4-1E05-5891C679C581}"/>
          </ac:spMkLst>
        </pc:spChg>
        <pc:spChg chg="add mod">
          <ac:chgData name="昇吾 梶原" userId="f2784a09baf7c976" providerId="LiveId" clId="{D183125D-04E6-4784-9935-775FA48BD2B3}" dt="2026-04-20T01:20:34.099" v="189" actId="20577"/>
          <ac:spMkLst>
            <pc:docMk/>
            <pc:sldMk cId="1985765474" sldId="263"/>
            <ac:spMk id="4" creationId="{27EE8610-2B2A-DB1F-BF2C-08FB659E73F7}"/>
          </ac:spMkLst>
        </pc:spChg>
        <pc:spChg chg="add mod">
          <ac:chgData name="昇吾 梶原" userId="f2784a09baf7c976" providerId="LiveId" clId="{D183125D-04E6-4784-9935-775FA48BD2B3}" dt="2026-04-20T01:18:18.245" v="171" actId="20577"/>
          <ac:spMkLst>
            <pc:docMk/>
            <pc:sldMk cId="1985765474" sldId="263"/>
            <ac:spMk id="5" creationId="{6C241992-6BFD-F4DC-F9FC-89AAD9A0E129}"/>
          </ac:spMkLst>
        </pc:spChg>
      </pc:sldChg>
      <pc:sldChg chg="addSp delSp modSp new mod">
        <pc:chgData name="昇吾 梶原" userId="f2784a09baf7c976" providerId="LiveId" clId="{D183125D-04E6-4784-9935-775FA48BD2B3}" dt="2026-04-20T01:25:35.580" v="244" actId="20577"/>
        <pc:sldMkLst>
          <pc:docMk/>
          <pc:sldMk cId="2087749798" sldId="264"/>
        </pc:sldMkLst>
        <pc:spChg chg="del">
          <ac:chgData name="昇吾 梶原" userId="f2784a09baf7c976" providerId="LiveId" clId="{D183125D-04E6-4784-9935-775FA48BD2B3}" dt="2026-04-20T01:21:09.144" v="191" actId="478"/>
          <ac:spMkLst>
            <pc:docMk/>
            <pc:sldMk cId="2087749798" sldId="264"/>
            <ac:spMk id="2" creationId="{AEB0F215-07E7-CF96-FE6B-20CA6740A380}"/>
          </ac:spMkLst>
        </pc:spChg>
        <pc:spChg chg="del">
          <ac:chgData name="昇吾 梶原" userId="f2784a09baf7c976" providerId="LiveId" clId="{D183125D-04E6-4784-9935-775FA48BD2B3}" dt="2026-04-20T01:21:11.394" v="192" actId="478"/>
          <ac:spMkLst>
            <pc:docMk/>
            <pc:sldMk cId="2087749798" sldId="264"/>
            <ac:spMk id="3" creationId="{05C2988E-E09C-F636-F366-3622C8776496}"/>
          </ac:spMkLst>
        </pc:spChg>
        <pc:spChg chg="add mod">
          <ac:chgData name="昇吾 梶原" userId="f2784a09baf7c976" providerId="LiveId" clId="{D183125D-04E6-4784-9935-775FA48BD2B3}" dt="2026-04-20T01:21:17.573" v="193"/>
          <ac:spMkLst>
            <pc:docMk/>
            <pc:sldMk cId="2087749798" sldId="264"/>
            <ac:spMk id="4" creationId="{24F7A746-FC55-DD66-6A08-8D3ABB90305D}"/>
          </ac:spMkLst>
        </pc:spChg>
        <pc:spChg chg="add mod">
          <ac:chgData name="昇吾 梶原" userId="f2784a09baf7c976" providerId="LiveId" clId="{D183125D-04E6-4784-9935-775FA48BD2B3}" dt="2026-04-20T01:21:17.573" v="193"/>
          <ac:spMkLst>
            <pc:docMk/>
            <pc:sldMk cId="2087749798" sldId="264"/>
            <ac:spMk id="5" creationId="{6890E53C-CCC1-EE44-6218-F97C36DB5C5A}"/>
          </ac:spMkLst>
        </pc:spChg>
        <pc:spChg chg="add mod">
          <ac:chgData name="昇吾 梶原" userId="f2784a09baf7c976" providerId="LiveId" clId="{D183125D-04E6-4784-9935-775FA48BD2B3}" dt="2026-04-20T01:25:35.580" v="244" actId="20577"/>
          <ac:spMkLst>
            <pc:docMk/>
            <pc:sldMk cId="2087749798" sldId="264"/>
            <ac:spMk id="6" creationId="{60145652-BF4C-41C1-60EB-79F525F9A441}"/>
          </ac:spMkLst>
        </pc:spChg>
        <pc:spChg chg="add mod">
          <ac:chgData name="昇吾 梶原" userId="f2784a09baf7c976" providerId="LiveId" clId="{D183125D-04E6-4784-9935-775FA48BD2B3}" dt="2026-04-20T01:22:50.920" v="242" actId="1076"/>
          <ac:spMkLst>
            <pc:docMk/>
            <pc:sldMk cId="2087749798" sldId="264"/>
            <ac:spMk id="7" creationId="{BB7969E7-2A7C-D6DF-A106-24ADD526CA6A}"/>
          </ac:spMkLst>
        </pc:spChg>
      </pc:sldChg>
      <pc:sldChg chg="add">
        <pc:chgData name="昇吾 梶原" userId="f2784a09baf7c976" providerId="LiveId" clId="{D183125D-04E6-4784-9935-775FA48BD2B3}" dt="2026-04-20T01:25:42.733" v="245"/>
        <pc:sldMkLst>
          <pc:docMk/>
          <pc:sldMk cId="2693587413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58F3AA-A41B-6064-85E5-15B2250AF4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55E6F0-928C-BB2B-2663-6545D6E59A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167FF-28D0-6357-7ADE-5C7CC14AB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B5F32B-934D-49DB-4EA0-4541E635E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C205A90-A53C-8632-CF2F-AD07A02D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913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18D9C3-30BB-0F73-A26D-DBC088A4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B0CA80-3839-52C5-E50E-7735F4F63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0264DA-FBFF-60DB-A19B-C56929303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00357B0-F6F5-40FE-47D3-83D4A19D7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68EFF2-D9C3-B787-6C40-B68656956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45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1B5D78-027C-15B4-E318-0A267265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4B2535-E12C-778A-0F08-7A3B908B4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D01070-01AC-8B85-3A2E-A57F5A52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409A53-983F-E7A4-430B-BB3167308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5FA7BB-61A5-1F6F-8455-CD678E606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738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325F0A-100C-73A8-2658-7C9F98C2C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CBDE6D-2B6E-2E98-EA90-74A727A5A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D2991B-D470-EBB4-05C4-DA3871D6B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ABFC047-CD6B-D1C5-B5F6-5E2A50E0A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3F4E5A-3311-6162-EC72-54BB78CF8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32B193E-A299-8A6E-B27E-ED316599D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1476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E36D78-0094-7E96-6473-5561F3D6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1454BB1-BF15-E4C4-4908-0F671B95C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A9DFCCD-B571-0FE1-6C29-636A78E09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DCA7D96-BC39-FB71-703E-980E6D2CB7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A384C5F-45B9-4A19-3D37-CEAECB38E8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3B571D9-8861-11C2-5494-3061643AB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9F026A-D681-6CB4-5130-54D9D577C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F7A742-94BC-4710-78E0-B5E2898F1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375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5B5273-3864-ABAA-AF78-E8A0F2823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96A2340-16D6-8D2D-FE8A-15C2DFE6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4CBE9FE-93BD-C1C4-4896-56237214E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11B71F5-8CD3-533C-3652-D08D0E8E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5536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B17EFE-5D87-C803-4889-9D12C0DC6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75406A3-0A56-748F-B80B-3FADB92B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6B53BE-9771-41EC-9288-DF9310F03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783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0C140-569B-550D-0320-07855F6E6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2C1581-7587-7C3D-D037-34F81D37E7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45312A7-767F-A722-AC57-E3BD8A4EF5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18CA47-EF97-45B6-1DE8-BED1B2B53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C38917-1822-BC34-7F3F-F6AFBFAC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64E6828-448D-2DA8-94A1-7914AB88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79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BBA776-EEAD-9378-21AB-7684FEEA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393379-04FF-B841-166D-F8B899BB3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FF1FE56-5D7B-3D70-7944-D43E25BE2C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9BEA7-3D45-8DB9-9D87-27E0065D2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C1CC26D-4F5B-C837-96EB-C437C947F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7DF6E0-BCC8-427E-F264-B5052951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811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3CF183-2DFB-F568-8654-A9AF2E06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025951-09DE-64DE-43C5-4584E8ADA4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E8DF32-04F4-99A8-C6E1-8AD84E18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5F1FC5-E8A0-CB0F-97A7-7C8479D9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B8984A-8E61-B51A-DC4D-80DCC1FA4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28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6367F15-920B-4ED4-76EF-052531EB94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943B3DC-C150-3428-23D0-9D33EBD34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73EDC6-F39B-F10E-F2AD-B6720C15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6EE6E6-1792-08D3-BA71-8CE5458E2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7A423A-2E98-4CDF-ECA0-F30ECFF66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941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50498D5-E7BF-E0A5-5CDB-B6AEAD581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AAC8A1-146E-DA47-6D08-D74368F43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B4AF41-1E00-7995-23E9-535B86B215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D2594-58B2-49B4-9943-5F45C727DCD2}" type="datetimeFigureOut">
              <a:rPr kumimoji="1" lang="ja-JP" altLang="en-US" smtClean="0"/>
              <a:t>2026/6/6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B9BB13-CBF9-9994-5B98-03B1CA23DF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6CD124-6B4C-BCFA-FFF8-5DF64CD80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F74E19-B9BE-4100-8EFF-EAD5D26BE6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5745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32EBE3B-A137-2D5D-EAFA-A165AF44701B}"/>
              </a:ext>
            </a:extLst>
          </p:cNvPr>
          <p:cNvSpPr/>
          <p:nvPr/>
        </p:nvSpPr>
        <p:spPr>
          <a:xfrm>
            <a:off x="1131435" y="3722791"/>
            <a:ext cx="1440000" cy="213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idle</a:t>
            </a:r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B174117-4BAA-288C-5EF5-D15F5CAFE038}"/>
              </a:ext>
            </a:extLst>
          </p:cNvPr>
          <p:cNvSpPr/>
          <p:nvPr/>
        </p:nvSpPr>
        <p:spPr>
          <a:xfrm>
            <a:off x="3615837" y="3722791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requesting</a:t>
            </a:r>
          </a:p>
          <a:p>
            <a:pPr algn="ctr"/>
            <a:r>
              <a:rPr kumimoji="1" lang="en-US" altLang="ja-JP" dirty="0"/>
              <a:t>JobId</a:t>
            </a:r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653D9F2C-5B04-7FF1-A427-70E52FA56777}"/>
              </a:ext>
            </a:extLst>
          </p:cNvPr>
          <p:cNvSpPr/>
          <p:nvPr/>
        </p:nvSpPr>
        <p:spPr>
          <a:xfrm>
            <a:off x="6100239" y="3722791"/>
            <a:ext cx="1440000" cy="213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startingJob</a:t>
            </a:r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44F13A1-F4A4-9177-32D3-2B4025F605D2}"/>
              </a:ext>
            </a:extLst>
          </p:cNvPr>
          <p:cNvSpPr/>
          <p:nvPr/>
        </p:nvSpPr>
        <p:spPr>
          <a:xfrm>
            <a:off x="8584641" y="3722791"/>
            <a:ext cx="1440000" cy="213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waiting</a:t>
            </a:r>
          </a:p>
          <a:p>
            <a:pPr algn="ctr"/>
            <a:r>
              <a:rPr kumimoji="1" lang="en-US" altLang="ja-JP" dirty="0"/>
              <a:t>Result</a:t>
            </a:r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70206419-3868-1A94-D346-60A9B7906B3E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2571435" y="4791832"/>
            <a:ext cx="1044402" cy="10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EEFEEB5-D618-6244-4FBB-1066DEC1839B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5055837" y="4791832"/>
            <a:ext cx="1044402" cy="10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1CE4B40-808B-162D-23BF-149471EFA830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7540239" y="4791832"/>
            <a:ext cx="1044402" cy="109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カギ線コネクタ 23">
            <a:extLst>
              <a:ext uri="{FF2B5EF4-FFF2-40B4-BE49-F238E27FC236}">
                <a16:creationId xmlns:a16="http://schemas.microsoft.com/office/drawing/2014/main" id="{94775520-6A99-0EE3-F2C8-D097FF803F25}"/>
              </a:ext>
            </a:extLst>
          </p:cNvPr>
          <p:cNvCxnSpPr>
            <a:cxnSpLocks/>
            <a:stCxn id="3" idx="2"/>
            <a:endCxn id="2" idx="2"/>
          </p:cNvCxnSpPr>
          <p:nvPr/>
        </p:nvCxnSpPr>
        <p:spPr>
          <a:xfrm rot="5400000" flipH="1">
            <a:off x="3082677" y="4629631"/>
            <a:ext cx="21918" cy="2484402"/>
          </a:xfrm>
          <a:prstGeom prst="bentConnector3">
            <a:avLst>
              <a:gd name="adj1" fmla="val -104297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>
            <a:extLst>
              <a:ext uri="{FF2B5EF4-FFF2-40B4-BE49-F238E27FC236}">
                <a16:creationId xmlns:a16="http://schemas.microsoft.com/office/drawing/2014/main" id="{9B7E67AF-B94D-6A56-CC05-C4CC08A08DB1}"/>
              </a:ext>
            </a:extLst>
          </p:cNvPr>
          <p:cNvCxnSpPr>
            <a:cxnSpLocks/>
            <a:stCxn id="4" idx="2"/>
            <a:endCxn id="2" idx="2"/>
          </p:cNvCxnSpPr>
          <p:nvPr/>
        </p:nvCxnSpPr>
        <p:spPr>
          <a:xfrm rot="5400000">
            <a:off x="4335837" y="3376471"/>
            <a:ext cx="12700" cy="4968804"/>
          </a:xfrm>
          <a:prstGeom prst="bentConnector3">
            <a:avLst>
              <a:gd name="adj1" fmla="val 20618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カギ線コネクタ 33">
            <a:extLst>
              <a:ext uri="{FF2B5EF4-FFF2-40B4-BE49-F238E27FC236}">
                <a16:creationId xmlns:a16="http://schemas.microsoft.com/office/drawing/2014/main" id="{AA766930-825A-93F6-8A40-411DA1CA1934}"/>
              </a:ext>
            </a:extLst>
          </p:cNvPr>
          <p:cNvCxnSpPr>
            <a:cxnSpLocks/>
            <a:stCxn id="5" idx="2"/>
            <a:endCxn id="2" idx="2"/>
          </p:cNvCxnSpPr>
          <p:nvPr/>
        </p:nvCxnSpPr>
        <p:spPr>
          <a:xfrm rot="5400000">
            <a:off x="5578038" y="2134270"/>
            <a:ext cx="12700" cy="7453206"/>
          </a:xfrm>
          <a:prstGeom prst="bentConnector3">
            <a:avLst>
              <a:gd name="adj1" fmla="val 20618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A375E48-F3DE-B388-49F5-477DF9E6B659}"/>
              </a:ext>
            </a:extLst>
          </p:cNvPr>
          <p:cNvSpPr txBox="1"/>
          <p:nvPr/>
        </p:nvSpPr>
        <p:spPr>
          <a:xfrm>
            <a:off x="2672506" y="4412354"/>
            <a:ext cx="821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query</a:t>
            </a:r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846B7A9F-AF76-2BAD-610A-D704C7D1223D}"/>
              </a:ext>
            </a:extLst>
          </p:cNvPr>
          <p:cNvSpPr txBox="1"/>
          <p:nvPr/>
        </p:nvSpPr>
        <p:spPr>
          <a:xfrm>
            <a:off x="5022103" y="5495793"/>
            <a:ext cx="967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Cancel</a:t>
            </a:r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AFDD9584-D281-8687-40E0-3D8121D8C9EA}"/>
              </a:ext>
            </a:extLst>
          </p:cNvPr>
          <p:cNvSpPr/>
          <p:nvPr/>
        </p:nvSpPr>
        <p:spPr>
          <a:xfrm>
            <a:off x="711302" y="3270190"/>
            <a:ext cx="9629263" cy="33384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07DCDDC5-73EA-07D5-4438-DF593903413B}"/>
              </a:ext>
            </a:extLst>
          </p:cNvPr>
          <p:cNvSpPr txBox="1"/>
          <p:nvPr/>
        </p:nvSpPr>
        <p:spPr>
          <a:xfrm>
            <a:off x="5066589" y="3856811"/>
            <a:ext cx="987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query, current JobId</a:t>
            </a:r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40979C89-24E3-93D0-2A3D-104C511B054A}"/>
              </a:ext>
            </a:extLst>
          </p:cNvPr>
          <p:cNvSpPr txBox="1"/>
          <p:nvPr/>
        </p:nvSpPr>
        <p:spPr>
          <a:xfrm>
            <a:off x="7567777" y="3889860"/>
            <a:ext cx="987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current JobId</a:t>
            </a:r>
            <a:endParaRPr kumimoji="1" lang="ja-JP" altLang="en-US"/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EA90DB14-D83C-FCEF-9EE0-4EB7DC17154B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6820239" y="2880000"/>
            <a:ext cx="0" cy="842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矢印コネクタ 85">
            <a:extLst>
              <a:ext uri="{FF2B5EF4-FFF2-40B4-BE49-F238E27FC236}">
                <a16:creationId xmlns:a16="http://schemas.microsoft.com/office/drawing/2014/main" id="{B606D760-D577-CCE8-200A-2DBE95F30D4F}"/>
              </a:ext>
            </a:extLst>
          </p:cNvPr>
          <p:cNvCxnSpPr>
            <a:cxnSpLocks/>
          </p:cNvCxnSpPr>
          <p:nvPr/>
        </p:nvCxnSpPr>
        <p:spPr>
          <a:xfrm flipV="1">
            <a:off x="3972070" y="2872435"/>
            <a:ext cx="0" cy="8503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1977909F-B45F-13ED-76EA-D71BA71B983D}"/>
              </a:ext>
            </a:extLst>
          </p:cNvPr>
          <p:cNvSpPr txBox="1"/>
          <p:nvPr/>
        </p:nvSpPr>
        <p:spPr>
          <a:xfrm>
            <a:off x="2963258" y="2915025"/>
            <a:ext cx="1008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request</a:t>
            </a:r>
          </a:p>
          <a:p>
            <a:r>
              <a:rPr lang="en-US" altLang="ja-JP" dirty="0"/>
              <a:t>JobId</a:t>
            </a:r>
          </a:p>
        </p:txBody>
      </p:sp>
      <p:cxnSp>
        <p:nvCxnSpPr>
          <p:cNvPr id="88" name="直線矢印コネクタ 87">
            <a:extLst>
              <a:ext uri="{FF2B5EF4-FFF2-40B4-BE49-F238E27FC236}">
                <a16:creationId xmlns:a16="http://schemas.microsoft.com/office/drawing/2014/main" id="{CA52A7D9-E15A-7580-9A2D-D6852DDD398A}"/>
              </a:ext>
            </a:extLst>
          </p:cNvPr>
          <p:cNvCxnSpPr>
            <a:cxnSpLocks/>
          </p:cNvCxnSpPr>
          <p:nvPr/>
        </p:nvCxnSpPr>
        <p:spPr>
          <a:xfrm>
            <a:off x="4690917" y="2870691"/>
            <a:ext cx="0" cy="8521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50F86934-4CB3-E799-94C9-3D2D9ED20D01}"/>
              </a:ext>
            </a:extLst>
          </p:cNvPr>
          <p:cNvSpPr txBox="1"/>
          <p:nvPr/>
        </p:nvSpPr>
        <p:spPr>
          <a:xfrm>
            <a:off x="4704491" y="2919202"/>
            <a:ext cx="973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current</a:t>
            </a:r>
          </a:p>
          <a:p>
            <a:r>
              <a:rPr lang="en-US" altLang="ja-JP" dirty="0"/>
              <a:t>JobId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7E70A518-723B-3BFD-8EE2-E8C0C6EE5F8F}"/>
              </a:ext>
            </a:extLst>
          </p:cNvPr>
          <p:cNvSpPr txBox="1"/>
          <p:nvPr/>
        </p:nvSpPr>
        <p:spPr>
          <a:xfrm>
            <a:off x="6825381" y="2807778"/>
            <a:ext cx="9710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current</a:t>
            </a:r>
          </a:p>
          <a:p>
            <a:r>
              <a:rPr lang="en-US" altLang="ja-JP" dirty="0"/>
              <a:t>JobId,</a:t>
            </a:r>
          </a:p>
          <a:p>
            <a:r>
              <a:rPr lang="en-US" altLang="ja-JP" dirty="0"/>
              <a:t>query</a:t>
            </a:r>
          </a:p>
        </p:txBody>
      </p:sp>
      <p:cxnSp>
        <p:nvCxnSpPr>
          <p:cNvPr id="103" name="直線矢印コネクタ 102">
            <a:extLst>
              <a:ext uri="{FF2B5EF4-FFF2-40B4-BE49-F238E27FC236}">
                <a16:creationId xmlns:a16="http://schemas.microsoft.com/office/drawing/2014/main" id="{9B65A0D8-CB27-A4D7-4ADD-9E40339DA7D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9304641" y="2880000"/>
            <a:ext cx="0" cy="842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7A641F6B-11A5-AA11-CA6F-27CE7446E5CC}"/>
              </a:ext>
            </a:extLst>
          </p:cNvPr>
          <p:cNvSpPr txBox="1"/>
          <p:nvPr/>
        </p:nvSpPr>
        <p:spPr>
          <a:xfrm>
            <a:off x="8207640" y="2816921"/>
            <a:ext cx="1040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finished</a:t>
            </a:r>
          </a:p>
          <a:p>
            <a:r>
              <a:rPr lang="en-US" altLang="ja-JP" dirty="0"/>
              <a:t>JobId,</a:t>
            </a:r>
          </a:p>
          <a:p>
            <a:r>
              <a:rPr lang="en-US" altLang="ja-JP" dirty="0"/>
              <a:t>result</a:t>
            </a:r>
          </a:p>
        </p:txBody>
      </p:sp>
      <p:cxnSp>
        <p:nvCxnSpPr>
          <p:cNvPr id="110" name="カギ線コネクタ 109">
            <a:extLst>
              <a:ext uri="{FF2B5EF4-FFF2-40B4-BE49-F238E27FC236}">
                <a16:creationId xmlns:a16="http://schemas.microsoft.com/office/drawing/2014/main" id="{FC5487EC-868A-7821-6B29-E29CA5B78009}"/>
              </a:ext>
            </a:extLst>
          </p:cNvPr>
          <p:cNvCxnSpPr>
            <a:cxnSpLocks/>
            <a:stCxn id="5" idx="3"/>
            <a:endCxn id="2" idx="1"/>
          </p:cNvCxnSpPr>
          <p:nvPr/>
        </p:nvCxnSpPr>
        <p:spPr>
          <a:xfrm flipH="1">
            <a:off x="1131435" y="4791832"/>
            <a:ext cx="8893206" cy="12700"/>
          </a:xfrm>
          <a:prstGeom prst="bentConnector5">
            <a:avLst>
              <a:gd name="adj1" fmla="val -2571"/>
              <a:gd name="adj2" fmla="val 11788551"/>
              <a:gd name="adj3" fmla="val 1025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8A4766A9-EEBD-54CC-62B0-E6191241CFD3}"/>
              </a:ext>
            </a:extLst>
          </p:cNvPr>
          <p:cNvSpPr txBox="1"/>
          <p:nvPr/>
        </p:nvSpPr>
        <p:spPr>
          <a:xfrm>
            <a:off x="3136380" y="6240807"/>
            <a:ext cx="4683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current JobId=finished JobId</a:t>
            </a:r>
            <a:r>
              <a:rPr lang="ja-JP" altLang="en-US"/>
              <a:t>→</a:t>
            </a:r>
            <a:r>
              <a:rPr lang="en-US" altLang="ja-JP" dirty="0"/>
              <a:t>show result</a:t>
            </a:r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476686D5-DD92-175E-25CF-180D53D0FD3A}"/>
              </a:ext>
            </a:extLst>
          </p:cNvPr>
          <p:cNvSpPr/>
          <p:nvPr/>
        </p:nvSpPr>
        <p:spPr>
          <a:xfrm>
            <a:off x="711303" y="249382"/>
            <a:ext cx="9633846" cy="29454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3" name="正方形/長方形 122">
            <a:extLst>
              <a:ext uri="{FF2B5EF4-FFF2-40B4-BE49-F238E27FC236}">
                <a16:creationId xmlns:a16="http://schemas.microsoft.com/office/drawing/2014/main" id="{7B6AF6B4-49A7-6071-C053-79C475EABB0D}"/>
              </a:ext>
            </a:extLst>
          </p:cNvPr>
          <p:cNvSpPr/>
          <p:nvPr/>
        </p:nvSpPr>
        <p:spPr>
          <a:xfrm>
            <a:off x="3615837" y="7200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JobId</a:t>
            </a:r>
          </a:p>
          <a:p>
            <a:pPr algn="ctr"/>
            <a:r>
              <a:rPr lang="en-US" altLang="ja-JP" dirty="0"/>
              <a:t>Issuer</a:t>
            </a:r>
            <a:endParaRPr lang="ja-JP" altLang="en-US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89832287-ECBE-EE60-19BB-280251138030}"/>
              </a:ext>
            </a:extLst>
          </p:cNvPr>
          <p:cNvSpPr/>
          <p:nvPr/>
        </p:nvSpPr>
        <p:spPr>
          <a:xfrm>
            <a:off x="6747389" y="720000"/>
            <a:ext cx="2580227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RAG</a:t>
            </a:r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57B4651E-4C2E-E515-DABB-C606E889D599}"/>
              </a:ext>
            </a:extLst>
          </p:cNvPr>
          <p:cNvSpPr/>
          <p:nvPr/>
        </p:nvSpPr>
        <p:spPr>
          <a:xfrm>
            <a:off x="10425834" y="3270189"/>
            <a:ext cx="1766165" cy="33356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C6D4DF82-B5B5-5294-DD52-87175EC09DA1}"/>
              </a:ext>
            </a:extLst>
          </p:cNvPr>
          <p:cNvSpPr/>
          <p:nvPr/>
        </p:nvSpPr>
        <p:spPr>
          <a:xfrm>
            <a:off x="10421496" y="249382"/>
            <a:ext cx="1770504" cy="29454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8AFCA61F-4537-9AC3-8ED9-5BFDB44C37EE}"/>
              </a:ext>
            </a:extLst>
          </p:cNvPr>
          <p:cNvSpPr/>
          <p:nvPr/>
        </p:nvSpPr>
        <p:spPr>
          <a:xfrm>
            <a:off x="10490961" y="720000"/>
            <a:ext cx="1440000" cy="216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knowledge</a:t>
            </a:r>
          </a:p>
          <a:p>
            <a:pPr algn="ctr"/>
            <a:r>
              <a:rPr lang="en-US" altLang="ja-JP" dirty="0"/>
              <a:t>base</a:t>
            </a:r>
          </a:p>
          <a:p>
            <a:pPr algn="ctr"/>
            <a:r>
              <a:rPr lang="en-US" altLang="ja-JP" dirty="0"/>
              <a:t>updater</a:t>
            </a:r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3724F636-E230-4E1F-A1A5-26C1A8D9C3BF}"/>
              </a:ext>
            </a:extLst>
          </p:cNvPr>
          <p:cNvSpPr/>
          <p:nvPr/>
        </p:nvSpPr>
        <p:spPr>
          <a:xfrm>
            <a:off x="10469462" y="3722791"/>
            <a:ext cx="1500258" cy="21380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scheduler</a:t>
            </a:r>
          </a:p>
        </p:txBody>
      </p:sp>
      <p:cxnSp>
        <p:nvCxnSpPr>
          <p:cNvPr id="133" name="直線矢印コネクタ 132">
            <a:extLst>
              <a:ext uri="{FF2B5EF4-FFF2-40B4-BE49-F238E27FC236}">
                <a16:creationId xmlns:a16="http://schemas.microsoft.com/office/drawing/2014/main" id="{692EC5F3-233E-82DE-7002-F0A7C89BBD91}"/>
              </a:ext>
            </a:extLst>
          </p:cNvPr>
          <p:cNvCxnSpPr>
            <a:cxnSpLocks/>
            <a:stCxn id="132" idx="0"/>
            <a:endCxn id="131" idx="2"/>
          </p:cNvCxnSpPr>
          <p:nvPr/>
        </p:nvCxnSpPr>
        <p:spPr>
          <a:xfrm flipH="1" flipV="1">
            <a:off x="11210961" y="2880000"/>
            <a:ext cx="8630" cy="8427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1051D2A5-D2D1-9C30-6158-7AA48236518C}"/>
              </a:ext>
            </a:extLst>
          </p:cNvPr>
          <p:cNvSpPr txBox="1"/>
          <p:nvPr/>
        </p:nvSpPr>
        <p:spPr>
          <a:xfrm>
            <a:off x="10634792" y="2896508"/>
            <a:ext cx="1270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scheduled command</a:t>
            </a:r>
          </a:p>
        </p:txBody>
      </p: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32206A82-FF98-D592-213B-4DEBD2EAC4BE}"/>
              </a:ext>
            </a:extLst>
          </p:cNvPr>
          <p:cNvSpPr txBox="1"/>
          <p:nvPr/>
        </p:nvSpPr>
        <p:spPr>
          <a:xfrm>
            <a:off x="9240884" y="1881756"/>
            <a:ext cx="1401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update knowledge</a:t>
            </a:r>
          </a:p>
          <a:p>
            <a:r>
              <a:rPr lang="en-US" altLang="ja-JP" dirty="0"/>
              <a:t>base</a:t>
            </a:r>
          </a:p>
        </p:txBody>
      </p:sp>
      <p:cxnSp>
        <p:nvCxnSpPr>
          <p:cNvPr id="138" name="直線矢印コネクタ 137">
            <a:extLst>
              <a:ext uri="{FF2B5EF4-FFF2-40B4-BE49-F238E27FC236}">
                <a16:creationId xmlns:a16="http://schemas.microsoft.com/office/drawing/2014/main" id="{5E0BA749-15AC-89BB-63EF-39E6EFC18FBE}"/>
              </a:ext>
            </a:extLst>
          </p:cNvPr>
          <p:cNvCxnSpPr>
            <a:cxnSpLocks/>
            <a:stCxn id="131" idx="1"/>
          </p:cNvCxnSpPr>
          <p:nvPr/>
        </p:nvCxnSpPr>
        <p:spPr>
          <a:xfrm flipH="1">
            <a:off x="9310991" y="1800000"/>
            <a:ext cx="11799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テキスト ボックス 172">
            <a:extLst>
              <a:ext uri="{FF2B5EF4-FFF2-40B4-BE49-F238E27FC236}">
                <a16:creationId xmlns:a16="http://schemas.microsoft.com/office/drawing/2014/main" id="{95C81D76-A844-D196-4725-97145E235FF7}"/>
              </a:ext>
            </a:extLst>
          </p:cNvPr>
          <p:cNvSpPr txBox="1"/>
          <p:nvPr/>
        </p:nvSpPr>
        <p:spPr>
          <a:xfrm>
            <a:off x="715800" y="249384"/>
            <a:ext cx="1279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rag</a:t>
            </a:r>
            <a:endParaRPr kumimoji="1" lang="ja-JP" altLang="en-US"/>
          </a:p>
        </p:txBody>
      </p:sp>
      <p:sp>
        <p:nvSpPr>
          <p:cNvPr id="174" name="テキスト ボックス 173">
            <a:extLst>
              <a:ext uri="{FF2B5EF4-FFF2-40B4-BE49-F238E27FC236}">
                <a16:creationId xmlns:a16="http://schemas.microsoft.com/office/drawing/2014/main" id="{E400C030-2620-D65D-1C91-3CEC863FE396}"/>
              </a:ext>
            </a:extLst>
          </p:cNvPr>
          <p:cNvSpPr txBox="1"/>
          <p:nvPr/>
        </p:nvSpPr>
        <p:spPr>
          <a:xfrm>
            <a:off x="722141" y="6237317"/>
            <a:ext cx="4076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ui</a:t>
            </a:r>
            <a:endParaRPr kumimoji="1" lang="ja-JP" altLang="en-US"/>
          </a:p>
        </p:txBody>
      </p:sp>
      <p:sp>
        <p:nvSpPr>
          <p:cNvPr id="175" name="テキスト ボックス 174">
            <a:extLst>
              <a:ext uri="{FF2B5EF4-FFF2-40B4-BE49-F238E27FC236}">
                <a16:creationId xmlns:a16="http://schemas.microsoft.com/office/drawing/2014/main" id="{536A60A3-E2F1-F55B-9E3C-B16B6399C5C7}"/>
              </a:ext>
            </a:extLst>
          </p:cNvPr>
          <p:cNvSpPr txBox="1"/>
          <p:nvPr/>
        </p:nvSpPr>
        <p:spPr>
          <a:xfrm>
            <a:off x="10433855" y="252199"/>
            <a:ext cx="1902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knowledgebase</a:t>
            </a:r>
            <a:endParaRPr kumimoji="1" lang="ja-JP" altLang="en-US"/>
          </a:p>
        </p:txBody>
      </p:sp>
      <p:sp>
        <p:nvSpPr>
          <p:cNvPr id="176" name="テキスト ボックス 175">
            <a:extLst>
              <a:ext uri="{FF2B5EF4-FFF2-40B4-BE49-F238E27FC236}">
                <a16:creationId xmlns:a16="http://schemas.microsoft.com/office/drawing/2014/main" id="{1CF385F0-D257-DCA9-68D6-6DDE0ABB232E}"/>
              </a:ext>
            </a:extLst>
          </p:cNvPr>
          <p:cNvSpPr txBox="1"/>
          <p:nvPr/>
        </p:nvSpPr>
        <p:spPr>
          <a:xfrm>
            <a:off x="10442557" y="6223701"/>
            <a:ext cx="1299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scheduler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582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8191-2B35-A30C-297C-18BB26F8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5" name="カギ線コネクタ 164">
            <a:extLst>
              <a:ext uri="{FF2B5EF4-FFF2-40B4-BE49-F238E27FC236}">
                <a16:creationId xmlns:a16="http://schemas.microsoft.com/office/drawing/2014/main" id="{5F953216-BA8F-D8AC-11B3-6787D683077F}"/>
              </a:ext>
            </a:extLst>
          </p:cNvPr>
          <p:cNvCxnSpPr>
            <a:cxnSpLocks/>
          </p:cNvCxnSpPr>
          <p:nvPr/>
        </p:nvCxnSpPr>
        <p:spPr>
          <a:xfrm>
            <a:off x="10791493" y="2047130"/>
            <a:ext cx="1155667" cy="646331"/>
          </a:xfrm>
          <a:prstGeom prst="bentConnector3">
            <a:avLst>
              <a:gd name="adj1" fmla="val 3273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カギ線コネクタ 155">
            <a:extLst>
              <a:ext uri="{FF2B5EF4-FFF2-40B4-BE49-F238E27FC236}">
                <a16:creationId xmlns:a16="http://schemas.microsoft.com/office/drawing/2014/main" id="{A451FDC6-886B-6CD4-88F0-EF953EB63044}"/>
              </a:ext>
            </a:extLst>
          </p:cNvPr>
          <p:cNvCxnSpPr>
            <a:cxnSpLocks/>
          </p:cNvCxnSpPr>
          <p:nvPr/>
        </p:nvCxnSpPr>
        <p:spPr>
          <a:xfrm flipV="1">
            <a:off x="8939674" y="2681829"/>
            <a:ext cx="3007486" cy="1131139"/>
          </a:xfrm>
          <a:prstGeom prst="bentConnector3">
            <a:avLst>
              <a:gd name="adj1" fmla="val 743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AF1AC41-483B-C497-361C-D25ABA8FFB36}"/>
              </a:ext>
            </a:extLst>
          </p:cNvPr>
          <p:cNvSpPr/>
          <p:nvPr/>
        </p:nvSpPr>
        <p:spPr>
          <a:xfrm>
            <a:off x="881149" y="166255"/>
            <a:ext cx="10411441" cy="51705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4595990-E58D-F523-9C97-BDFA8498B244}"/>
              </a:ext>
            </a:extLst>
          </p:cNvPr>
          <p:cNvCxnSpPr>
            <a:cxnSpLocks/>
          </p:cNvCxnSpPr>
          <p:nvPr/>
        </p:nvCxnSpPr>
        <p:spPr>
          <a:xfrm>
            <a:off x="0" y="4855386"/>
            <a:ext cx="1202193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D1EFDE0-47CC-E23C-6A5C-C3A92B3BB694}"/>
              </a:ext>
            </a:extLst>
          </p:cNvPr>
          <p:cNvSpPr txBox="1"/>
          <p:nvPr/>
        </p:nvSpPr>
        <p:spPr>
          <a:xfrm>
            <a:off x="-77905" y="4217639"/>
            <a:ext cx="953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current JobId</a:t>
            </a:r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D09CBDA-F616-1930-A6A2-03D8FB61F212}"/>
              </a:ext>
            </a:extLst>
          </p:cNvPr>
          <p:cNvSpPr txBox="1"/>
          <p:nvPr/>
        </p:nvSpPr>
        <p:spPr>
          <a:xfrm>
            <a:off x="11242717" y="4200472"/>
            <a:ext cx="1057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finished</a:t>
            </a:r>
            <a:r>
              <a:rPr kumimoji="1" lang="en-US" altLang="ja-JP" dirty="0"/>
              <a:t> JobId</a:t>
            </a:r>
            <a:endParaRPr kumimoji="1" lang="ja-JP" altLang="en-US"/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D87D125C-700B-E2DF-B6F1-C4E70BC28A19}"/>
              </a:ext>
            </a:extLst>
          </p:cNvPr>
          <p:cNvCxnSpPr>
            <a:cxnSpLocks/>
            <a:endCxn id="37" idx="1"/>
          </p:cNvCxnSpPr>
          <p:nvPr/>
        </p:nvCxnSpPr>
        <p:spPr>
          <a:xfrm flipV="1">
            <a:off x="0" y="3012520"/>
            <a:ext cx="1005655" cy="10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D33CC3F-C8B4-9951-5E18-FA0BB0FFAE47}"/>
              </a:ext>
            </a:extLst>
          </p:cNvPr>
          <p:cNvSpPr txBox="1"/>
          <p:nvPr/>
        </p:nvSpPr>
        <p:spPr>
          <a:xfrm>
            <a:off x="71371" y="2644209"/>
            <a:ext cx="788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query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286C61A-03DC-3851-F420-176A9B20D795}"/>
              </a:ext>
            </a:extLst>
          </p:cNvPr>
          <p:cNvSpPr txBox="1"/>
          <p:nvPr/>
        </p:nvSpPr>
        <p:spPr>
          <a:xfrm>
            <a:off x="6982574" y="1792677"/>
            <a:ext cx="1095124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p</a:t>
            </a:r>
            <a:r>
              <a:rPr lang="ja-JP" altLang="ja-JP"/>
              <a:t>apers hit by hybrid search</a:t>
            </a:r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CE906272-7C94-9B8F-15CF-BC2CECD0AF3D}"/>
              </a:ext>
            </a:extLst>
          </p:cNvPr>
          <p:cNvSpPr/>
          <p:nvPr/>
        </p:nvSpPr>
        <p:spPr>
          <a:xfrm>
            <a:off x="1005655" y="1932520"/>
            <a:ext cx="1440000" cy="21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d</a:t>
            </a:r>
            <a:r>
              <a:rPr lang="ja-JP" altLang="ja-JP"/>
              <a:t>etect the language of the query</a:t>
            </a:r>
            <a:r>
              <a:rPr lang="en-US" altLang="ja-JP" dirty="0"/>
              <a:t> and</a:t>
            </a:r>
          </a:p>
          <a:p>
            <a:pPr algn="ctr"/>
            <a:r>
              <a:rPr lang="en-US" altLang="ja-JP" dirty="0"/>
              <a:t>translate</a:t>
            </a:r>
          </a:p>
          <a:p>
            <a:pPr algn="ctr"/>
            <a:r>
              <a:rPr lang="en-US" altLang="ja-JP" dirty="0"/>
              <a:t>the query into English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21AA460-B167-6121-BABA-22F68797CE3D}"/>
              </a:ext>
            </a:extLst>
          </p:cNvPr>
          <p:cNvSpPr/>
          <p:nvPr/>
        </p:nvSpPr>
        <p:spPr>
          <a:xfrm>
            <a:off x="3242855" y="1243866"/>
            <a:ext cx="1440000" cy="1583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</a:t>
            </a:r>
            <a:r>
              <a:rPr lang="ja-JP" altLang="ja-JP"/>
              <a:t>ewrite the query for vector search</a:t>
            </a:r>
            <a:endParaRPr lang="en-US" altLang="ja-JP" dirty="0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1B54C5E4-D183-EBBF-2CD4-EC5A781F23FD}"/>
              </a:ext>
            </a:extLst>
          </p:cNvPr>
          <p:cNvSpPr/>
          <p:nvPr/>
        </p:nvSpPr>
        <p:spPr>
          <a:xfrm>
            <a:off x="3242853" y="3157823"/>
            <a:ext cx="1440000" cy="1583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r</a:t>
            </a:r>
            <a:r>
              <a:rPr lang="ja-JP" altLang="ja-JP"/>
              <a:t>ewrite the query for </a:t>
            </a:r>
            <a:r>
              <a:rPr lang="en-US" altLang="ja-JP" dirty="0"/>
              <a:t>keyword</a:t>
            </a:r>
            <a:r>
              <a:rPr lang="ja-JP" altLang="ja-JP"/>
              <a:t> search</a:t>
            </a:r>
            <a:endParaRPr lang="en-US" altLang="ja-JP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BB9A50B0-C433-7FE1-5313-70532A6A2A97}"/>
              </a:ext>
            </a:extLst>
          </p:cNvPr>
          <p:cNvSpPr txBox="1"/>
          <p:nvPr/>
        </p:nvSpPr>
        <p:spPr>
          <a:xfrm>
            <a:off x="2372795" y="2376677"/>
            <a:ext cx="959067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English query</a:t>
            </a:r>
            <a:endParaRPr kumimoji="1" lang="ja-JP" altLang="en-US"/>
          </a:p>
        </p:txBody>
      </p:sp>
      <p:cxnSp>
        <p:nvCxnSpPr>
          <p:cNvPr id="45" name="カギ線コネクタ 44">
            <a:extLst>
              <a:ext uri="{FF2B5EF4-FFF2-40B4-BE49-F238E27FC236}">
                <a16:creationId xmlns:a16="http://schemas.microsoft.com/office/drawing/2014/main" id="{88E9BF4F-5279-18B5-B3B8-F2FEB3165E95}"/>
              </a:ext>
            </a:extLst>
          </p:cNvPr>
          <p:cNvCxnSpPr>
            <a:stCxn id="37" idx="3"/>
            <a:endCxn id="40" idx="1"/>
          </p:cNvCxnSpPr>
          <p:nvPr/>
        </p:nvCxnSpPr>
        <p:spPr>
          <a:xfrm flipV="1">
            <a:off x="2445655" y="2035860"/>
            <a:ext cx="797200" cy="976660"/>
          </a:xfrm>
          <a:prstGeom prst="bentConnector3">
            <a:avLst>
              <a:gd name="adj1" fmla="val 4791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カギ線コネクタ 45">
            <a:extLst>
              <a:ext uri="{FF2B5EF4-FFF2-40B4-BE49-F238E27FC236}">
                <a16:creationId xmlns:a16="http://schemas.microsoft.com/office/drawing/2014/main" id="{0ECC5C03-6BEB-9C7B-3521-C77FAFFE9A64}"/>
              </a:ext>
            </a:extLst>
          </p:cNvPr>
          <p:cNvCxnSpPr>
            <a:cxnSpLocks/>
            <a:stCxn id="37" idx="3"/>
            <a:endCxn id="41" idx="1"/>
          </p:cNvCxnSpPr>
          <p:nvPr/>
        </p:nvCxnSpPr>
        <p:spPr>
          <a:xfrm>
            <a:off x="2445655" y="3012520"/>
            <a:ext cx="797198" cy="937297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1955F4F6-668F-AA65-8297-F55FE39E0082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4682855" y="2035860"/>
            <a:ext cx="94672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4FDF74E-0A07-FDD1-0E60-7CC1D3A1FAC3}"/>
              </a:ext>
            </a:extLst>
          </p:cNvPr>
          <p:cNvSpPr txBox="1"/>
          <p:nvPr/>
        </p:nvSpPr>
        <p:spPr>
          <a:xfrm>
            <a:off x="4684332" y="1123798"/>
            <a:ext cx="907757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vector</a:t>
            </a:r>
          </a:p>
          <a:p>
            <a:r>
              <a:rPr lang="en-US" altLang="ja-JP" dirty="0"/>
              <a:t>search</a:t>
            </a:r>
          </a:p>
          <a:p>
            <a:r>
              <a:rPr kumimoji="1" lang="en-US" altLang="ja-JP" dirty="0"/>
              <a:t>query</a:t>
            </a:r>
            <a:endParaRPr kumimoji="1" lang="ja-JP" altLang="en-US"/>
          </a:p>
        </p:txBody>
      </p: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52E684EB-DD46-AF72-C9E1-397400E62F3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4682853" y="3949817"/>
            <a:ext cx="94672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5DB904E-49FD-38FE-E120-7EE3FEB9025F}"/>
              </a:ext>
            </a:extLst>
          </p:cNvPr>
          <p:cNvSpPr txBox="1"/>
          <p:nvPr/>
        </p:nvSpPr>
        <p:spPr>
          <a:xfrm>
            <a:off x="4661907" y="3015615"/>
            <a:ext cx="1110515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keyword</a:t>
            </a:r>
          </a:p>
          <a:p>
            <a:r>
              <a:rPr lang="en-US" altLang="ja-JP" dirty="0"/>
              <a:t>search</a:t>
            </a:r>
          </a:p>
          <a:p>
            <a:r>
              <a:rPr kumimoji="1" lang="en-US" altLang="ja-JP" dirty="0"/>
              <a:t>query</a:t>
            </a:r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97DF12B8-9A61-2F30-DDB1-D0A8F2A4B5DD}"/>
              </a:ext>
            </a:extLst>
          </p:cNvPr>
          <p:cNvSpPr/>
          <p:nvPr/>
        </p:nvSpPr>
        <p:spPr>
          <a:xfrm>
            <a:off x="5648218" y="1253010"/>
            <a:ext cx="1330181" cy="34853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ja-JP" dirty="0"/>
          </a:p>
          <a:p>
            <a:pPr algn="ctr"/>
            <a:r>
              <a:rPr lang="en-US" altLang="ja-JP" dirty="0"/>
              <a:t>knowledge</a:t>
            </a:r>
          </a:p>
          <a:p>
            <a:pPr algn="ctr"/>
            <a:r>
              <a:rPr lang="en-US" altLang="ja-JP" dirty="0"/>
              <a:t>base</a:t>
            </a:r>
          </a:p>
        </p:txBody>
      </p: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57A12A2D-0272-8AE8-1486-56C06165F641}"/>
              </a:ext>
            </a:extLst>
          </p:cNvPr>
          <p:cNvCxnSpPr>
            <a:cxnSpLocks/>
            <a:stCxn id="65" idx="3"/>
            <a:endCxn id="79" idx="1"/>
          </p:cNvCxnSpPr>
          <p:nvPr/>
        </p:nvCxnSpPr>
        <p:spPr>
          <a:xfrm flipV="1">
            <a:off x="6978399" y="2993275"/>
            <a:ext cx="863852" cy="24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6553F7A4-75B4-6871-5E31-C979B3B1D45B}"/>
              </a:ext>
            </a:extLst>
          </p:cNvPr>
          <p:cNvSpPr/>
          <p:nvPr/>
        </p:nvSpPr>
        <p:spPr>
          <a:xfrm>
            <a:off x="7842251" y="1250591"/>
            <a:ext cx="1330182" cy="34853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e</a:t>
            </a:r>
            <a:r>
              <a:rPr lang="ja-JP" altLang="ja-JP"/>
              <a:t>xtract and summarize only the papers related to the query</a:t>
            </a:r>
            <a:endParaRPr lang="en-US" altLang="ja-JP" dirty="0"/>
          </a:p>
        </p:txBody>
      </p:sp>
      <p:cxnSp>
        <p:nvCxnSpPr>
          <p:cNvPr id="83" name="カギ線コネクタ 82">
            <a:extLst>
              <a:ext uri="{FF2B5EF4-FFF2-40B4-BE49-F238E27FC236}">
                <a16:creationId xmlns:a16="http://schemas.microsoft.com/office/drawing/2014/main" id="{B499C20E-5ABC-9244-4964-165779D241CF}"/>
              </a:ext>
            </a:extLst>
          </p:cNvPr>
          <p:cNvCxnSpPr>
            <a:cxnSpLocks/>
            <a:stCxn id="37" idx="3"/>
            <a:endCxn id="79" idx="0"/>
          </p:cNvCxnSpPr>
          <p:nvPr/>
        </p:nvCxnSpPr>
        <p:spPr>
          <a:xfrm flipV="1">
            <a:off x="2445655" y="1250591"/>
            <a:ext cx="6061687" cy="1761929"/>
          </a:xfrm>
          <a:prstGeom prst="bentConnector4">
            <a:avLst>
              <a:gd name="adj1" fmla="val 6390"/>
              <a:gd name="adj2" fmla="val 11297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826AFA19-0268-38F4-6BB0-63B099842C14}"/>
              </a:ext>
            </a:extLst>
          </p:cNvPr>
          <p:cNvSpPr txBox="1"/>
          <p:nvPr/>
        </p:nvSpPr>
        <p:spPr>
          <a:xfrm>
            <a:off x="4877393" y="5491009"/>
            <a:ext cx="287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/>
              <a:t>update knowledge base</a:t>
            </a:r>
          </a:p>
        </p:txBody>
      </p:sp>
      <p:cxnSp>
        <p:nvCxnSpPr>
          <p:cNvPr id="93" name="直線矢印コネクタ 92">
            <a:extLst>
              <a:ext uri="{FF2B5EF4-FFF2-40B4-BE49-F238E27FC236}">
                <a16:creationId xmlns:a16="http://schemas.microsoft.com/office/drawing/2014/main" id="{CC1371A0-CE4F-ADDC-786F-ED7FD5CEE275}"/>
              </a:ext>
            </a:extLst>
          </p:cNvPr>
          <p:cNvCxnSpPr>
            <a:cxnSpLocks/>
            <a:endCxn id="65" idx="2"/>
          </p:cNvCxnSpPr>
          <p:nvPr/>
        </p:nvCxnSpPr>
        <p:spPr>
          <a:xfrm flipV="1">
            <a:off x="6313309" y="4738377"/>
            <a:ext cx="0" cy="735887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矢印コネクタ 104">
            <a:extLst>
              <a:ext uri="{FF2B5EF4-FFF2-40B4-BE49-F238E27FC236}">
                <a16:creationId xmlns:a16="http://schemas.microsoft.com/office/drawing/2014/main" id="{4125F285-937C-1A36-CE95-B3AFF2B11BE5}"/>
              </a:ext>
            </a:extLst>
          </p:cNvPr>
          <p:cNvCxnSpPr>
            <a:cxnSpLocks/>
          </p:cNvCxnSpPr>
          <p:nvPr/>
        </p:nvCxnSpPr>
        <p:spPr>
          <a:xfrm>
            <a:off x="9172433" y="2035097"/>
            <a:ext cx="65457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テキスト ボックス 107">
            <a:extLst>
              <a:ext uri="{FF2B5EF4-FFF2-40B4-BE49-F238E27FC236}">
                <a16:creationId xmlns:a16="http://schemas.microsoft.com/office/drawing/2014/main" id="{8F609F39-1876-517B-6670-8CEB9A04644C}"/>
              </a:ext>
            </a:extLst>
          </p:cNvPr>
          <p:cNvSpPr txBox="1"/>
          <p:nvPr/>
        </p:nvSpPr>
        <p:spPr>
          <a:xfrm>
            <a:off x="9195005" y="3507116"/>
            <a:ext cx="1095124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related papers</a:t>
            </a:r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48844B90-0385-2977-D6AA-F4962F3D9F6A}"/>
              </a:ext>
            </a:extLst>
          </p:cNvPr>
          <p:cNvSpPr txBox="1"/>
          <p:nvPr/>
        </p:nvSpPr>
        <p:spPr>
          <a:xfrm>
            <a:off x="9120715" y="1416392"/>
            <a:ext cx="76346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ja-JP" dirty="0"/>
              <a:t>Eng-</a:t>
            </a:r>
            <a:r>
              <a:rPr lang="en-US" altLang="ja-JP" dirty="0" err="1"/>
              <a:t>lish</a:t>
            </a:r>
            <a:endParaRPr lang="en-US" altLang="ja-JP" dirty="0"/>
          </a:p>
          <a:p>
            <a:r>
              <a:rPr lang="en-US" altLang="ja-JP" dirty="0"/>
              <a:t>sum-</a:t>
            </a:r>
            <a:r>
              <a:rPr lang="en-US" altLang="ja-JP" dirty="0" err="1"/>
              <a:t>mary</a:t>
            </a:r>
            <a:endParaRPr kumimoji="1" lang="ja-JP" altLang="en-US"/>
          </a:p>
        </p:txBody>
      </p:sp>
      <p:cxnSp>
        <p:nvCxnSpPr>
          <p:cNvPr id="110" name="カギ線コネクタ 109">
            <a:extLst>
              <a:ext uri="{FF2B5EF4-FFF2-40B4-BE49-F238E27FC236}">
                <a16:creationId xmlns:a16="http://schemas.microsoft.com/office/drawing/2014/main" id="{F9BAAA55-BC21-03D3-3980-8298EE269E78}"/>
              </a:ext>
            </a:extLst>
          </p:cNvPr>
          <p:cNvCxnSpPr>
            <a:cxnSpLocks/>
            <a:stCxn id="37" idx="0"/>
            <a:endCxn id="113" idx="0"/>
          </p:cNvCxnSpPr>
          <p:nvPr/>
        </p:nvCxnSpPr>
        <p:spPr>
          <a:xfrm rot="5400000" flipH="1" flipV="1">
            <a:off x="5733380" y="-2763859"/>
            <a:ext cx="688654" cy="8704104"/>
          </a:xfrm>
          <a:prstGeom prst="bentConnector3">
            <a:avLst>
              <a:gd name="adj1" fmla="val 1549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93BCC9B6-E17D-7977-C671-8D6FDBA184A5}"/>
              </a:ext>
            </a:extLst>
          </p:cNvPr>
          <p:cNvSpPr/>
          <p:nvPr/>
        </p:nvSpPr>
        <p:spPr>
          <a:xfrm>
            <a:off x="9827003" y="1243866"/>
            <a:ext cx="1205512" cy="22084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translate</a:t>
            </a:r>
          </a:p>
          <a:p>
            <a:pPr algn="ctr"/>
            <a:r>
              <a:rPr lang="en-US" altLang="ja-JP" dirty="0"/>
              <a:t>the summary into the language of the query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0027AB3D-FACF-7431-F844-2FD1F0B73762}"/>
              </a:ext>
            </a:extLst>
          </p:cNvPr>
          <p:cNvSpPr txBox="1"/>
          <p:nvPr/>
        </p:nvSpPr>
        <p:spPr>
          <a:xfrm>
            <a:off x="4930561" y="469759"/>
            <a:ext cx="2142478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ja-JP" altLang="ja-JP"/>
              <a:t>language of query</a:t>
            </a:r>
            <a:r>
              <a:rPr lang="en-US" altLang="ja-JP" dirty="0"/>
              <a:t> </a:t>
            </a:r>
            <a:endParaRPr lang="ja-JP" altLang="en-US"/>
          </a:p>
        </p:txBody>
      </p:sp>
      <p:sp>
        <p:nvSpPr>
          <p:cNvPr id="192" name="テキスト ボックス 191">
            <a:extLst>
              <a:ext uri="{FF2B5EF4-FFF2-40B4-BE49-F238E27FC236}">
                <a16:creationId xmlns:a16="http://schemas.microsoft.com/office/drawing/2014/main" id="{A92BD442-42B8-B149-87EC-F249518317E7}"/>
              </a:ext>
            </a:extLst>
          </p:cNvPr>
          <p:cNvSpPr txBox="1"/>
          <p:nvPr/>
        </p:nvSpPr>
        <p:spPr>
          <a:xfrm>
            <a:off x="11281955" y="2198922"/>
            <a:ext cx="822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result</a:t>
            </a:r>
            <a:endParaRPr kumimoji="1" lang="ja-JP" altLang="en-US"/>
          </a:p>
        </p:txBody>
      </p:sp>
      <p:sp>
        <p:nvSpPr>
          <p:cNvPr id="198" name="テキスト ボックス 197">
            <a:extLst>
              <a:ext uri="{FF2B5EF4-FFF2-40B4-BE49-F238E27FC236}">
                <a16:creationId xmlns:a16="http://schemas.microsoft.com/office/drawing/2014/main" id="{72AFFD6A-E9C4-41FA-3CA5-CBEF412D970A}"/>
              </a:ext>
            </a:extLst>
          </p:cNvPr>
          <p:cNvSpPr txBox="1"/>
          <p:nvPr/>
        </p:nvSpPr>
        <p:spPr>
          <a:xfrm>
            <a:off x="1005655" y="282633"/>
            <a:ext cx="97277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RAG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3587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7095</TotalTime>
  <Words>130</Words>
  <Application>Microsoft Macintosh PowerPoint</Application>
  <PresentationFormat>ワイド画面</PresentationFormat>
  <Paragraphs>64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昇吾 梶原</dc:creator>
  <cp:lastModifiedBy>昇吾 梶原</cp:lastModifiedBy>
  <cp:revision>6</cp:revision>
  <dcterms:created xsi:type="dcterms:W3CDTF">2026-04-14T12:19:56Z</dcterms:created>
  <dcterms:modified xsi:type="dcterms:W3CDTF">2026-06-07T02:52:28Z</dcterms:modified>
</cp:coreProperties>
</file>